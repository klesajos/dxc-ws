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Claude Code changelog, versions 2.1.196–2.1.283. The DXC workshop repo was pinned to 2.1.195 on 2026-06-29. Opus 5.5 default: 2.1.280. Binary compression (zstd) and 40–70 MB lower memory per session: 2.1.243.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Versions: Sonnet 5 default 2.1.197; Opus 5 2.1.219; Fable 5.1 2.1.257; Opus 5.5 (claude-opus-5-5) default Opus with 1M context 2.1.280. Per-model /effort memory 2.1.251; maxEffortLevel setting 2.1.267.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in-session fork is now /subtask (2.1.212). Nested subagents: depth 3 by default (2.1.219, CLAUDE_CODE_MAX_SUBAGENT_SPAWN_DEPTH). CLAUDE_CODE_MAX_CONCURRENT_SUBAGENTS defaults to 20 (2.1.217). Workflow size guideline in /config (2.1.202), workflowSizeGuideline key (2.1.219). Ultraplan was removed in 2.1.222.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/cost prompt-cache line 2.1.251; /usage Loops breakdown 2.1.243; auto-continue after usage-limit reset 2.1.234. claude plugin validate --json 2.1.259 (with more checks added through 2.1.283).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label (alias manual) for the default mode 2.1.200; Auto mode tab 2.1.246; server-side classifier default 2.1.278; managedMcpServers 2.1.259; deniedModels / availableModelsMatch 2.1.283; --restricted 2.1.248. Project-settings restrictions: bypassPermissions ignored 2.1.257; env CLAUDE_CONFIG_DIR/TMPDIR 2.1.251; OTel 2.1.282; Remote Control 2.1.222; autoMode from settings.local.json 2.1.207. Relevance for NIS2/GDPR clients: a malicious or careless repo has less leverage over a developer's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Breaking changes the old docs got wrong: /agents wizard removed 2.1.198; 'default' permission mode renamed Manual 2.1.200; /output-style re-added 2.1.269; /doctor full checkup 2.1.205; /review is an alias of /code-review 2.1.223; /fork now creates a background session and the old fork is /subtask 2.1.212.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C2593A"/>
          </a:solidFill>
          <a:ln w="12700">
            <a:solidFill>
              <a:srgbClr val="C2593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6172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Code: what's new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2.1.195 → 2.1.283  ·  29 Jun – 5 Oct 2026  ·  executive brief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5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since the workshop repo was last verified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5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29184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context on Opus 5.5, the new default Opus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5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−78%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12648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size (≈340 MB → ≈75 MB)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Models: Opus 5.5 is the new default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and Team Standard plans now default to Opus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3EDE6"/>
          </a:solidFill>
          <a:ln w="12700">
            <a:solidFill>
              <a:srgbClr val="F3ED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2.1.197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Sonnet 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default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3EDE6"/>
          </a:solidFill>
          <a:ln w="12700">
            <a:solidFill>
              <a:srgbClr val="F3ED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2.1.219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Opus 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2606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Claude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3EDE6"/>
          </a:solidFill>
          <a:ln w="12700">
            <a:solidFill>
              <a:srgbClr val="F3ED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2.1.257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Fable 5.1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2606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the model picker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2.1.280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5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Opus 5.5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26060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Opus · 1M context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C2593A"/>
          </a:solidFill>
          <a:ln w="12700">
            <a:solidFill>
              <a:srgbClr val="C2593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3966210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43000" y="3794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control: </a:t>
            </a:r>
            <a:pPr indent="0" marL="0">
              <a:buNone/>
            </a:pPr>
            <a:r>
              <a:rPr lang="en-US" sz="14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/effort now remembers a level per model (2.1.251); admins can cap it with maxEffortLevel (2.1.267).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agent to many sessions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 is now the default, not an opt-in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94360" cy="594360"/>
          </a:xfrm>
          <a:prstGeom prst="ellipse">
            <a:avLst/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611630"/>
            <a:ext cx="297180" cy="2971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1760220"/>
            <a:ext cx="1234440" cy="0"/>
          </a:xfrm>
          <a:prstGeom prst="line">
            <a:avLst/>
          </a:prstGeom>
          <a:noFill/>
          <a:ln w="19050">
            <a:solidFill>
              <a:srgbClr val="CFC4BB"/>
            </a:solidFill>
            <a:prstDash val="solid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45720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subagents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7889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run in the background by default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2.1.198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463040"/>
            <a:ext cx="594360" cy="594360"/>
          </a:xfrm>
          <a:prstGeom prst="ellipse">
            <a:avLst/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910" y="1611630"/>
            <a:ext cx="297180" cy="2971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91840" y="1760220"/>
            <a:ext cx="1234440" cy="0"/>
          </a:xfrm>
          <a:prstGeom prst="line">
            <a:avLst/>
          </a:prstGeom>
          <a:noFill/>
          <a:ln w="19050">
            <a:solidFill>
              <a:srgbClr val="CFC4BB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256032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Forks by default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560320" y="27889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 inherit the full conversation context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60320" y="3566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2.1.232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63440" y="1463040"/>
            <a:ext cx="594360" cy="594360"/>
          </a:xfrm>
          <a:prstGeom prst="ellipse">
            <a:avLst/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030" y="1611630"/>
            <a:ext cx="297180" cy="2971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394960" y="1760220"/>
            <a:ext cx="1234440" cy="0"/>
          </a:xfrm>
          <a:prstGeom prst="line">
            <a:avLst/>
          </a:prstGeom>
          <a:noFill/>
          <a:ln w="19050">
            <a:solidFill>
              <a:srgbClr val="CFC4BB"/>
            </a:solidFill>
            <a:prstDash val="solid"/>
            <a:tailEnd type="triangle"/>
          </a:ln>
        </p:spPr>
      </p:sp>
      <p:sp>
        <p:nvSpPr>
          <p:cNvPr id="19" name="Text 14"/>
          <p:cNvSpPr/>
          <p:nvPr/>
        </p:nvSpPr>
        <p:spPr>
          <a:xfrm>
            <a:off x="46634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/fork → new session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63440" y="27889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the chat into a background session with its own worktree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663440" y="3566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2.1.212 / .221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66560" y="1463040"/>
            <a:ext cx="594360" cy="594360"/>
          </a:xfrm>
          <a:prstGeom prst="ellipse">
            <a:avLst/>
          </a:prstGeom>
          <a:solidFill>
            <a:srgbClr val="C2593A"/>
          </a:solidFill>
          <a:ln w="12700">
            <a:solidFill>
              <a:srgbClr val="C2593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150" y="161163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6656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Cross-session messaging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766560" y="27889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SendMessage, ListAgents, @-mention another session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766560" y="3566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2.1.224 / .232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40690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3EDE6"/>
          </a:solidFill>
          <a:ln w="12700">
            <a:solidFill>
              <a:srgbClr val="F3EDE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</a:t>
            </a:r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size guideline (default medium, 10 agents) and up to 20 concurrent subagents by default.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quality control for your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can now audit its own configuration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3EDE6"/>
          </a:solidFill>
          <a:ln w="12700">
            <a:solidFill>
              <a:srgbClr val="F3E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/doctor = full checkup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and fixes setup issues; alias /checkup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2.1.205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3EDE6"/>
          </a:solidFill>
          <a:ln w="12700">
            <a:solidFill>
              <a:srgbClr val="F3ED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1600200"/>
            <a:ext cx="457200" cy="457200"/>
          </a:xfrm>
          <a:prstGeom prst="ellipse">
            <a:avLst/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7145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/doctor prompt-audit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2148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CLAUDE.md, skills and agents written for older models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383280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2.1.283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3EDE6"/>
          </a:solidFill>
          <a:ln w="12700">
            <a:solidFill>
              <a:srgbClr val="F3ED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31470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/skill-doctor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unused skills and their context cost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4160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2.1.261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0040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3EDE6"/>
          </a:solidFill>
          <a:ln w="12700">
            <a:solidFill>
              <a:srgbClr val="F3EDE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383280" y="3200400"/>
            <a:ext cx="457200" cy="457200"/>
          </a:xfrm>
          <a:prstGeom prst="ellipse">
            <a:avLst/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80" y="331470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97764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plugin eval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38328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Scored, reproducible plugin evals with JSON + HTML report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3383280" y="4160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2.1.269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126480" y="141732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30936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5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visibility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309360" y="20574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/cost shows a prompt-cache 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/usage breaks out Loops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resume automatically when a usage limit resets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control got tighter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central governance, less that a cloned repo can change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F3EDE6"/>
          </a:solidFill>
          <a:ln w="12700">
            <a:solidFill>
              <a:srgbClr val="F3ED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7259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00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admin controls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'default' mode now labelled Manual; Auto mode tab in /permissions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Auto-mode classifier runs server-side by default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managedMcpServers, deniedModels, availableModelsMatch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--restricted flag for locked-down sessions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1F1A17"/>
          </a:solidFill>
          <a:ln w="12700">
            <a:solidFill>
              <a:srgbClr val="1F1A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600200"/>
            <a:ext cx="502920" cy="502920"/>
          </a:xfrm>
          <a:prstGeom prst="ellipse">
            <a:avLst/>
          </a:prstGeom>
          <a:solidFill>
            <a:srgbClr val="C2593A"/>
          </a:solidFill>
          <a:ln w="12700">
            <a:solidFill>
              <a:srgbClr val="C259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7259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600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 settings can no longer…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46320" y="22402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bypassPermissions as defaultMode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CLAUDE_CONFIG_DIR / TMPDIR via env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OTel variables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Remote Control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autoMode from settings.local.json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 for the DXC workshop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C2593A"/>
          </a:solidFill>
          <a:ln w="12700">
            <a:solidFill>
              <a:srgbClr val="C259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new guides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4231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Project instructions (AGENTS.md, rules)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Output styles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Permissions &amp; sandbox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Validate &amp; eval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91840" y="1234440"/>
            <a:ext cx="548640" cy="548640"/>
          </a:xfrm>
          <a:prstGeom prst="ellipse">
            <a:avLst/>
          </a:prstGeom>
          <a:solidFill>
            <a:srgbClr val="C2593A"/>
          </a:solidFill>
          <a:ln w="12700">
            <a:solidFill>
              <a:srgbClr val="C2593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corrected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291840" y="24231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/agents wizard removed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'default' mode is now labelled Manual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/output-style is 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/doctor is a full checkup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234440"/>
            <a:ext cx="548640" cy="548640"/>
          </a:xfrm>
          <a:prstGeom prst="ellipse">
            <a:avLst/>
          </a:prstGeom>
          <a:solidFill>
            <a:srgbClr val="C2593A"/>
          </a:solidFill>
          <a:ln w="12700">
            <a:solidFill>
              <a:srgbClr val="C2593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126480" y="24231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on ≥ 2.1.283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Cheatsheet re-pinned to 2.1.283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module covers the client's enterprise ask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Code: what's new (2.1.195 → 2.1.283)</dc:title>
  <dc:subject>PptxGenJS Presentation</dc:subject>
  <dc:creator>PptxGenJS</dc:creator>
  <cp:lastModifiedBy>PptxGenJS</cp:lastModifiedBy>
  <cp:revision>1</cp:revision>
  <dcterms:created xsi:type="dcterms:W3CDTF">2026-10-05T10:39:27Z</dcterms:created>
  <dcterms:modified xsi:type="dcterms:W3CDTF">2026-10-05T10:39:27Z</dcterms:modified>
</cp:coreProperties>
</file>